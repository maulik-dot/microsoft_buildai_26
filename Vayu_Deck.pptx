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371600"/>
            <a:ext cx="6702552" cy="41148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0"/>
            <a:ext cx="5788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C8FF"/>
                </a:solidFill>
              </a:rPr>
              <a:t>VAYU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00400"/>
            <a:ext cx="6702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The Autonomous Web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8FAA"/>
                </a:solidFill>
              </a:rPr>
              <a:t>"The wind that knows everything"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937760"/>
            <a:ext cx="6702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8FAA"/>
                </a:solidFill>
              </a:rPr>
              <a:t>Microsoft Build AI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3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We spend hours searching.
AI gives us links. We still do all the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⏱  3–5 hours/week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4F0"/>
                </a:solidFill>
              </a:rPr>
              <a:t>lost to web research across dozens of open tabs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1274552" cy="109728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🔄  Manual cross-referencing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4F0"/>
                </a:solidFill>
              </a:rPr>
              <a:t>prices, jobs, courses require comparing multiple sites by hand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74552" cy="109728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💬  AI chatbots give summaries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4F0"/>
                </a:solidFill>
              </a:rPr>
              <a:t>ChatGPT &amp; Perplexity don't actually browse — they give stale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"The average knowledge worker spends 19% of their week just searching for information"  — McKinsey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Vayu browses, extracts, compares, and
synthesises — so you don't have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4F0"/>
                </a:solidFill>
              </a:rPr>
              <a:t>An autonomous AI agent that navigates real websites, executes multi-step tasks,
and returns structured answers in plain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3657600" cy="3200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ANY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661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Natural language input
No special syntax needed
Just ask like a human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834640"/>
            <a:ext cx="3657600" cy="3200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DA1"/>
                </a:solidFill>
              </a:rPr>
              <a:t>ANY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35661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Browses real sites live
Flipkart, Naukri, YouTube
Devfolio, Codeforces &amp;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2834640"/>
            <a:ext cx="3657600" cy="3200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STRUCTURED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5661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Tables, prices, images
Links, recommendations
Clear and actionable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3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DEMO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One sentence in. Real results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141732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CROSS-SITE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8FAA"/>
                </a:solidFill>
              </a:rPr>
              <a:t>User: "Find top 3 budget laptops under ₹40,000 on Flipkart, compare each on Amazon"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4F0"/>
                </a:solidFill>
              </a:rPr>
              <a:t>→  Comparison table: laptop names, Flipkart price, Amazon price, cheaper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39"/>
            <a:ext cx="11274552" cy="141732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363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CONTEXT-AWARE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8FAA"/>
                </a:solidFill>
              </a:rPr>
              <a:t>User: "what are their prices?" (after Python books 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4F0"/>
                </a:solidFill>
              </a:rPr>
              <a:t>→  Searches exact book titles from previous message — not random books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17720"/>
            <a:ext cx="11274552" cy="141732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90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CONDITIONAL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8FAA"/>
                </a:solidFill>
              </a:rPr>
              <a:t>User: "If the video has &gt;50k views, find DSA playlist. If not, search GeeksforGeeks."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4F0"/>
                </a:solidFill>
              </a:rPr>
              <a:t>→  Evaluates condition itself, executes correct branch — no clarification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Vayu Thinks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8FAA"/>
                </a:solidFill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Natural language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CONTEXT RESOLVER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Understands follow-ups, names exact items from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DA1"/>
                </a:solidFill>
              </a:rPr>
              <a:t>GOAL INTERPRETER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Detects ambiguity, temporal intent, defines success condition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60604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679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TASK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Classifies → Travel | Jobs | Price | Research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DA1"/>
                </a:solidFill>
              </a:rPr>
              <a:t>QUERY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Precision Google searches: site:, after:, intitle:, price ranges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84048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BROWSER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Gemini 2.5-flash + browser-use + Playwright on real sites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7492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48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DA1"/>
                </a:solidFill>
              </a:rPr>
              <a:t>VERIFIER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Scores result 0–100, retries with revised plan if quality 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074920"/>
            <a:ext cx="5577840" cy="1051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148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SELF-LEARNING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577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Extracts patterns permanently — gets smarter every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3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 on real AI, not shortcuts.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2057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GEMINI 2.5-FLASH  (Large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</a:rPr>
              <a:t>Browser agent reasoning, multi-step navigation, conditional logic
Best-in-class vision + reasoning for web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577840" cy="2057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27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TWO-TIER MODEL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</a:rPr>
              <a:t>Small (gemini-3.1-flash-lite): planning, query engineering, verification
Large (gemini-2.5-flash): browser agent — quality matters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5577840" cy="2057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13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BROWSER-USE + PLAYWRIGHT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</a:rPr>
              <a:t>Real Chromium browser — not web scraping
Handles JS-heavy sites, dropdowns, popups, login walls, lazy loading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703320"/>
            <a:ext cx="5577840" cy="2057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813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SELF-LEARNING MEMORY  (Unique)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97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</a:rPr>
              <a:t>Extracts site navigation patterns after every run — stored permanently
Unlike ChatGPT which forgets everything, Vayu compounds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Not a chatbot. Not a search engine.
Something entirely new.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114800" cy="36576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A8FAA"/>
                </a:solidFill>
              </a:rPr>
              <a:t>ChatGPT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737360"/>
            <a:ext cx="2011680" cy="36576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A8FAA"/>
                </a:solidFill>
              </a:rPr>
              <a:t>Perplexity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737360"/>
            <a:ext cx="2286000" cy="36576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FF"/>
                </a:solidFill>
              </a:rPr>
              <a:t>VAYU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411480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Browses real websites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94560"/>
            <a:ext cx="201168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286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194560"/>
            <a:ext cx="201168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286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194560"/>
            <a:ext cx="228600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16352"/>
            <a:ext cx="411480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0779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Fills forms, clicks buttons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816352"/>
            <a:ext cx="201168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29077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816352"/>
            <a:ext cx="201168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9077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816352"/>
            <a:ext cx="228600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9077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38144"/>
            <a:ext cx="411480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52958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Learns from experience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438144"/>
            <a:ext cx="201168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352958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38144"/>
            <a:ext cx="201168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52958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438144"/>
            <a:ext cx="228600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352958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59935"/>
            <a:ext cx="411480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151375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Multi-site comparison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059935"/>
            <a:ext cx="201168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4151375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4059935"/>
            <a:ext cx="201168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4151375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059935"/>
            <a:ext cx="228600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4151375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681728"/>
            <a:ext cx="411480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773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Understands follow-up 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681728"/>
            <a:ext cx="201168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47731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681728"/>
            <a:ext cx="201168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47731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4681728"/>
            <a:ext cx="2286000" cy="566928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47731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303520"/>
            <a:ext cx="411480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394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Conditional if/else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5303520"/>
            <a:ext cx="201168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09159" y="5394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5303520"/>
            <a:ext cx="201168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5394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</a:rPr>
              <a:t>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5303520"/>
            <a:ext cx="2286000" cy="56692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94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3DA1"/>
                </a:solidFill>
              </a:rPr>
              <a:t>"Unlike every other AI tool, Vayu gets measurably smarter with every search it runs."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3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10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Production-grade. All 10. Zero compromises.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✓  Goal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92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Ambiguity detection, clarifying questions, success conditions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904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✓  Browser Perception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92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DOM + screenshots, structured extraction of prices/tables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✓  Smart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44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Wrong-page detection, redirect handling, 3-step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42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✓  Form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44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Dropdowns, date pickers, modals, popups handled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935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✓  Dynamic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959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Writes plan before acting, replans after 3 stalled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20439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935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✓  Cross-session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959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Learns site navigation patterns permanently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45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✓  Cross-site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474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Chains Flipkart → Amazon → YouTube in one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72000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645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✓  Recovery &amp; 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0474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Loop detection, CAPTCHA escape, fallback 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23559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96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✓  Self-Verification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099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Scores own result 0–100, retries with revised plan if 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623559"/>
            <a:ext cx="5577840" cy="91440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696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A1"/>
                </a:solidFill>
              </a:rPr>
              <a:t>✓  Conversation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6099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4F0"/>
                </a:solidFill>
              </a:rPr>
              <a:t>Resolves follow-ups using exact items from previous messages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Works for everything. Improves with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5087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✈️  TRAVEL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"Find flights Mumbai→Delhi June 15 under ₹8000 with hotel options"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577840" cy="15087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27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DA1"/>
                </a:solidFill>
              </a:rPr>
              <a:t>💼 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"Python developer jobs in Bangalore salary above 15 LPA on Naukri"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5577840" cy="15087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🛒  PRICE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"Compare Samsung S24 price on Flipkart and Amazon India"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08960"/>
            <a:ext cx="5577840" cy="15087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DA1"/>
                </a:solidFill>
              </a:rPr>
              <a:t>🏆  HACKATHONS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03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"Top hackathons for BTech CSE engineer skilled in Python and ML"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5577840" cy="15087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10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📚 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"Best Django course under ₹999 on Udemy + free YouTube playlist"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800600"/>
            <a:ext cx="5577840" cy="15087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910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DA1"/>
                </a:solidFill>
              </a:rPr>
              <a:t>🔍 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3949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FAA"/>
                </a:solidFill>
              </a:rPr>
              <a:t>"Find the latest Hard graph problem on Codeforces and explain it"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3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TEAM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Built at Microsoft Build AI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201168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Maulik Mahey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4F0"/>
                </a:solidFill>
              </a:rPr>
              <a:t>Developer &amp; Architect
maulik.mahey@indiamart.com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5943600" cy="201168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DA1"/>
                </a:solidFill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4F0"/>
                </a:solidFill>
              </a:rPr>
              <a:t>Python 3.12  ·  FastAPI  ·  browser-use
Gemini API  ·  Playwright  ·  Railway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11274552" cy="2194560"/>
          </a:xfrm>
          <a:prstGeom prst="rect">
            <a:avLst/>
          </a:prstGeom>
          <a:solidFill>
            <a:srgbClr val="0F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FAA"/>
                </a:solidFill>
              </a:rPr>
              <a:t>🌐  Live Demo: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your-app.up.railway.app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FAA"/>
                </a:solidFill>
              </a:rPr>
              <a:t>💻  GitHub: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github.com/maulik-dot/Microsoft_BuildAI_26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3DA1"/>
                </a:solidFill>
              </a:rPr>
              <a:t>"The wind moves through all realms unseen — Vayu researches the web the same way."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FAA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